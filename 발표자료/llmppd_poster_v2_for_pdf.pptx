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4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E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85" autoAdjust="0"/>
    <p:restoredTop sz="95216" autoAdjust="0"/>
  </p:normalViewPr>
  <p:slideViewPr>
    <p:cSldViewPr snapToGrid="0">
      <p:cViewPr>
        <p:scale>
          <a:sx n="30" d="100"/>
          <a:sy n="30" d="100"/>
        </p:scale>
        <p:origin x="33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5DCA7-BE5A-094D-923D-9A402ECCEF06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27502-DC6D-BD49-AA88-81F342E12E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3189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D5912-3595-C578-2430-B18E6EECE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B9F1C5-7A96-42A5-872A-C37F32B21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181467-E2AE-A655-EF19-B995F40D1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0559B3-7131-17A5-B39B-66128AFB3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7502-DC6D-BD49-AA88-81F342E12E2F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7045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740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366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2973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020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5251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829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433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230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7821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0556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771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FCB59-8D35-0B46-B99D-5F2A4FC30E1A}" type="datetimeFigureOut">
              <a:rPr kumimoji="1" lang="ko-KR" altLang="en-US" smtClean="0"/>
              <a:t>2025. 10. 11.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29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700D6-7426-7B0B-70E8-85895C5A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그림 50">
            <a:extLst>
              <a:ext uri="{FF2B5EF4-FFF2-40B4-BE49-F238E27FC236}">
                <a16:creationId xmlns:a16="http://schemas.microsoft.com/office/drawing/2014/main" id="{D48E4C4B-166B-801B-54B3-A3399E333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30275213" cy="4256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61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4959</TotalTime>
  <Words>1</Words>
  <Application>Microsoft Macintosh PowerPoint</Application>
  <PresentationFormat>사용자 지정</PresentationFormat>
  <Paragraphs>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54</cp:revision>
  <dcterms:created xsi:type="dcterms:W3CDTF">2024-10-17T09:08:27Z</dcterms:created>
  <dcterms:modified xsi:type="dcterms:W3CDTF">2025-10-11T09:22:38Z</dcterms:modified>
</cp:coreProperties>
</file>