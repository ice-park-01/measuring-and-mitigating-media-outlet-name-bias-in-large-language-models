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49"/>
    <p:restoredTop sz="94680"/>
  </p:normalViewPr>
  <p:slideViewPr>
    <p:cSldViewPr snapToGrid="0">
      <p:cViewPr varScale="1">
        <p:scale>
          <a:sx n="204" d="100"/>
          <a:sy n="204" d="100"/>
        </p:scale>
        <p:origin x="232" y="3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39AB4D-8304-696D-EC76-BC892A88EC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44270A5-1B8B-85AE-6A39-2D43FE74BE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592940F-3B98-79E7-BC8C-947D9C7FA1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7BAE1-1F06-C945-B1ED-13C85E0258D5}" type="datetimeFigureOut">
              <a:rPr kumimoji="1" lang="ko-KR" altLang="en-US" smtClean="0"/>
              <a:t>2025. 2. 25.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5B0EAB7-7BE8-8386-9914-4D8170027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08C087C-B558-D2E2-21C2-64E0C85F0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CE9AB-1B8A-284A-9D96-60B9967CA3F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426927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8A5280-FD0B-D154-5FE1-97EF25284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620F55-2CCE-3DB1-1920-66F515940F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C5D6FD2-3530-CA56-3CF2-893C838C74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7BAE1-1F06-C945-B1ED-13C85E0258D5}" type="datetimeFigureOut">
              <a:rPr kumimoji="1" lang="ko-KR" altLang="en-US" smtClean="0"/>
              <a:t>2025. 2. 25.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8E69B2D-DF17-5146-06D7-68B30ADCB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3934649-7B5B-551E-326B-8A698A912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CE9AB-1B8A-284A-9D96-60B9967CA3F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455015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013801-953F-A47E-E4C7-5DE516074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0347699-51C8-C703-8FE6-E1F768CFD8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8DA7488-F562-2390-2630-B70CBAFE8E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7BAE1-1F06-C945-B1ED-13C85E0258D5}" type="datetimeFigureOut">
              <a:rPr kumimoji="1" lang="ko-KR" altLang="en-US" smtClean="0"/>
              <a:t>2025. 2. 25.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57EA048-3515-BE52-FF66-0C64B6BB4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A4AF94D-F613-DB22-3A40-23BD4CFA5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CE9AB-1B8A-284A-9D96-60B9967CA3F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2907238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BA7A00-AF7E-F695-61D1-908B47CAE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F8CF10D-657E-9EA1-0A67-736A7C9986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862CD65-2006-26D2-8BCC-37A7CF6057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AAC582F-C8DD-37EA-974B-C7EBF304A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7BAE1-1F06-C945-B1ED-13C85E0258D5}" type="datetimeFigureOut">
              <a:rPr kumimoji="1" lang="ko-KR" altLang="en-US" smtClean="0"/>
              <a:t>2025. 2. 25.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5401B4F-8568-A58F-6887-9FEBB2F35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D97E8DD-2F03-0ADC-AF4E-573F54F1A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CE9AB-1B8A-284A-9D96-60B9967CA3F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542144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E18A94-0BEA-3BDC-26E5-87F2F5D07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E07AB03-FE91-4300-0790-8BF718279B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8F7028A-7FA9-AAF3-D624-3DC1EEF196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368F404-E052-004E-050A-E3BC4699FC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10AFDBD-F16D-21CD-1BA7-64FD8B6ADD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8AA90AF-7848-07F1-406F-ADFF475E5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7BAE1-1F06-C945-B1ED-13C85E0258D5}" type="datetimeFigureOut">
              <a:rPr kumimoji="1" lang="ko-KR" altLang="en-US" smtClean="0"/>
              <a:t>2025. 2. 25.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2CE3623-E040-F574-C2F6-15B7DEB9C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E97A9DB-8CE6-89C1-27DC-10297BC98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CE9AB-1B8A-284A-9D96-60B9967CA3F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09754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9CD5F1-6053-271E-3940-84D7FBF6D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69EF82C-E536-07F8-9CD3-B2B7BD1841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7BAE1-1F06-C945-B1ED-13C85E0258D5}" type="datetimeFigureOut">
              <a:rPr kumimoji="1" lang="ko-KR" altLang="en-US" smtClean="0"/>
              <a:t>2025. 2. 25.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3B156AD-569F-6693-37F7-84FD0F640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15881E7-1A8A-F63E-AF80-9C71C5ADB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CE9AB-1B8A-284A-9D96-60B9967CA3F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141185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E35EE4E-6119-B5CA-2587-36973B74E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7BAE1-1F06-C945-B1ED-13C85E0258D5}" type="datetimeFigureOut">
              <a:rPr kumimoji="1" lang="ko-KR" altLang="en-US" smtClean="0"/>
              <a:t>2025. 2. 25.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1C1D327-AFBA-3942-1DF0-40511CA59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ACAA2D6-4F82-A0C9-FED7-0592E5E39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CE9AB-1B8A-284A-9D96-60B9967CA3F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0499908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956413-F6EC-E9BC-CD1B-EC29C7A45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0DAD2C2-ACF9-3F0E-6E73-9C96CFC31B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1A0FAED-561F-44C1-746B-136FAF87E1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980B2BF-5535-BA3E-0A9F-C11D6212D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7BAE1-1F06-C945-B1ED-13C85E0258D5}" type="datetimeFigureOut">
              <a:rPr kumimoji="1" lang="ko-KR" altLang="en-US" smtClean="0"/>
              <a:t>2025. 2. 25.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7FC7DF5-8D70-158B-8BB9-10A90FAE33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8FF973E-8654-205E-1AC8-4239129FB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CE9AB-1B8A-284A-9D96-60B9967CA3F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44734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B79B1A-C523-6CD7-2E2A-5E0C81E0F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BC85517-EC9E-A898-3139-52E5B05B91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B4E1DCC-8FA7-313F-139C-4D5F79F67F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28F3CB2-1199-D712-872F-74F0BB9A9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7BAE1-1F06-C945-B1ED-13C85E0258D5}" type="datetimeFigureOut">
              <a:rPr kumimoji="1" lang="ko-KR" altLang="en-US" smtClean="0"/>
              <a:t>2025. 2. 25.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CBDBAE1-7FD1-7AE5-DCE9-5E22D2A77F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D86586C-EF97-7F18-4563-26AA2BC0E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CE9AB-1B8A-284A-9D96-60B9967CA3F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366706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406B9F-3F05-2812-0444-98D90DFFE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ED279AC-B765-9C98-A3A2-E71D91F00D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B61F77E-60F7-443F-5544-C6AF353E1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7BAE1-1F06-C945-B1ED-13C85E0258D5}" type="datetimeFigureOut">
              <a:rPr kumimoji="1" lang="ko-KR" altLang="en-US" smtClean="0"/>
              <a:t>2025. 2. 25.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60AE990-9963-0DE3-E907-E71478591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73CBBDA-4696-95A3-3B56-503DF42EA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CE9AB-1B8A-284A-9D96-60B9967CA3F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2325624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271BFF8-917A-CC3B-71BC-FEEBD6E24C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8A0AAE3-AA64-EE4B-0878-87E0A69027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D218715-6B39-0451-6A58-844705D7E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7BAE1-1F06-C945-B1ED-13C85E0258D5}" type="datetimeFigureOut">
              <a:rPr kumimoji="1" lang="ko-KR" altLang="en-US" smtClean="0"/>
              <a:t>2025. 2. 25.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0CCB810-ADFD-94AE-F8A9-DF5055C4C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B9496D-45CE-9089-5A67-A6F4E7484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CE9AB-1B8A-284A-9D96-60B9967CA3F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1097259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C92D186-FD5A-2CB4-C915-41B8CC274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B235B79-B670-E5AF-7EF6-462A0BAA59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7992D35-1C6C-92D5-042D-92A5927CF6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17BAE1-1F06-C945-B1ED-13C85E0258D5}" type="datetimeFigureOut">
              <a:rPr kumimoji="1" lang="ko-KR" altLang="en-US" smtClean="0"/>
              <a:t>2025. 2. 25.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DF55EDE-3BF6-F090-E376-2964A8ACC2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559ADAB-236A-1E58-D1CC-8E3B79AB93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8CE9AB-1B8A-284A-9D96-60B9967CA3F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748362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261F8C2-05FA-27C0-81FA-6A3007207F9D}"/>
              </a:ext>
            </a:extLst>
          </p:cNvPr>
          <p:cNvSpPr txBox="1"/>
          <p:nvPr/>
        </p:nvSpPr>
        <p:spPr>
          <a:xfrm>
            <a:off x="9664784" y="93870"/>
            <a:ext cx="7056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OOD</a:t>
            </a:r>
            <a:endParaRPr kumimoji="1"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E41AEF-E7E8-0081-7211-2CECDFB7B946}"/>
              </a:ext>
            </a:extLst>
          </p:cNvPr>
          <p:cNvSpPr txBox="1"/>
          <p:nvPr/>
        </p:nvSpPr>
        <p:spPr>
          <a:xfrm>
            <a:off x="5743179" y="9387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랜덤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75F7AB-07CC-57FD-D58C-F4E997DA0C6E}"/>
              </a:ext>
            </a:extLst>
          </p:cNvPr>
          <p:cNvSpPr txBox="1"/>
          <p:nvPr/>
        </p:nvSpPr>
        <p:spPr>
          <a:xfrm>
            <a:off x="1821574" y="9387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기본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1471550-9F84-4AD8-9692-4E010FF196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0246" y="605565"/>
            <a:ext cx="3274718" cy="1967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81F2A21F-C134-3452-2575-7F7AFBA73A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0245" y="2573128"/>
            <a:ext cx="3274717" cy="2566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D1245D8F-9A06-0A9D-216F-4E69D00C52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0245" y="5139137"/>
            <a:ext cx="3274717" cy="16249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09186B0-07DB-6B73-C5DC-383866828C3D}"/>
              </a:ext>
            </a:extLst>
          </p:cNvPr>
          <p:cNvSpPr txBox="1"/>
          <p:nvPr/>
        </p:nvSpPr>
        <p:spPr>
          <a:xfrm>
            <a:off x="0" y="-44630"/>
            <a:ext cx="21595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200" dirty="0"/>
              <a:t>모델</a:t>
            </a:r>
            <a:r>
              <a:rPr kumimoji="1" lang="en-US" altLang="ko-KR" sz="1200" dirty="0"/>
              <a:t>:</a:t>
            </a:r>
            <a:r>
              <a:rPr kumimoji="1" lang="ko-KR" altLang="en-US" sz="1200" dirty="0"/>
              <a:t> </a:t>
            </a:r>
            <a:r>
              <a:rPr lang="en" altLang="ko-KR" sz="1200" dirty="0"/>
              <a:t>Llama-3.3-70B-Instruct</a:t>
            </a:r>
          </a:p>
        </p:txBody>
      </p:sp>
      <p:pic>
        <p:nvPicPr>
          <p:cNvPr id="1034" name="Picture 10">
            <a:extLst>
              <a:ext uri="{FF2B5EF4-FFF2-40B4-BE49-F238E27FC236}">
                <a16:creationId xmlns:a16="http://schemas.microsoft.com/office/drawing/2014/main" id="{2754A3DB-9DF1-DFC6-B32C-23147A0807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8640" y="605564"/>
            <a:ext cx="3274719" cy="1967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27B11D80-A21C-C72A-5F40-042EC6E708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2769" y="2573127"/>
            <a:ext cx="3274716" cy="2566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>
            <a:extLst>
              <a:ext uri="{FF2B5EF4-FFF2-40B4-BE49-F238E27FC236}">
                <a16:creationId xmlns:a16="http://schemas.microsoft.com/office/drawing/2014/main" id="{F52F4DED-00ED-FFC3-8838-91E57EFD7D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8640" y="5139136"/>
            <a:ext cx="3274716" cy="16249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>
            <a:extLst>
              <a:ext uri="{FF2B5EF4-FFF2-40B4-BE49-F238E27FC236}">
                <a16:creationId xmlns:a16="http://schemas.microsoft.com/office/drawing/2014/main" id="{1D31F455-30CF-4F01-98E9-CBD485DFE5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381" y="605564"/>
            <a:ext cx="3274716" cy="1967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>
            <a:extLst>
              <a:ext uri="{FF2B5EF4-FFF2-40B4-BE49-F238E27FC236}">
                <a16:creationId xmlns:a16="http://schemas.microsoft.com/office/drawing/2014/main" id="{EF26659F-DCBB-A4AB-F359-837CB0F692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252" y="2573127"/>
            <a:ext cx="3274716" cy="26009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>
            <a:extLst>
              <a:ext uri="{FF2B5EF4-FFF2-40B4-BE49-F238E27FC236}">
                <a16:creationId xmlns:a16="http://schemas.microsoft.com/office/drawing/2014/main" id="{CFC7D321-6EBC-1CC4-BB76-3FA8561D1F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381" y="5174074"/>
            <a:ext cx="3270587" cy="16229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60770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615D1-9FC3-4B86-2B72-A5C37FBE6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F49E1CF-0FB8-D85F-7F0C-80C2F6C55148}"/>
              </a:ext>
            </a:extLst>
          </p:cNvPr>
          <p:cNvSpPr txBox="1"/>
          <p:nvPr/>
        </p:nvSpPr>
        <p:spPr>
          <a:xfrm>
            <a:off x="9664784" y="93870"/>
            <a:ext cx="7056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OOD</a:t>
            </a:r>
            <a:endParaRPr kumimoji="1"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B114FA-5701-168E-3D73-9E31A3C44A15}"/>
              </a:ext>
            </a:extLst>
          </p:cNvPr>
          <p:cNvSpPr txBox="1"/>
          <p:nvPr/>
        </p:nvSpPr>
        <p:spPr>
          <a:xfrm>
            <a:off x="5743179" y="9387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랜덤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F80E55-66E5-24A3-85A8-4EDC7F21BAF8}"/>
              </a:ext>
            </a:extLst>
          </p:cNvPr>
          <p:cNvSpPr txBox="1"/>
          <p:nvPr/>
        </p:nvSpPr>
        <p:spPr>
          <a:xfrm>
            <a:off x="1821574" y="9387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기본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5BF44A-AC53-B421-1C4E-68C19EFDFEB8}"/>
              </a:ext>
            </a:extLst>
          </p:cNvPr>
          <p:cNvSpPr txBox="1"/>
          <p:nvPr/>
        </p:nvSpPr>
        <p:spPr>
          <a:xfrm>
            <a:off x="0" y="-44630"/>
            <a:ext cx="20930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200" dirty="0"/>
              <a:t>모델</a:t>
            </a:r>
            <a:r>
              <a:rPr kumimoji="1" lang="en-US" altLang="ko-KR" sz="1200" dirty="0"/>
              <a:t>:</a:t>
            </a:r>
            <a:r>
              <a:rPr kumimoji="1" lang="ko-KR" altLang="en-US" sz="1200" dirty="0"/>
              <a:t> </a:t>
            </a:r>
            <a:r>
              <a:rPr lang="en" altLang="ko-KR" sz="1200" dirty="0"/>
              <a:t>Qwen2.5-72B-Instruct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3765BF60-450C-A909-DBCE-B8D3E7BC68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0245" y="605565"/>
            <a:ext cx="3274716" cy="1967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F360893C-7236-A43C-CABE-F7FC8C2BBF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0245" y="2573128"/>
            <a:ext cx="3274716" cy="25660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>
            <a:extLst>
              <a:ext uri="{FF2B5EF4-FFF2-40B4-BE49-F238E27FC236}">
                <a16:creationId xmlns:a16="http://schemas.microsoft.com/office/drawing/2014/main" id="{6A50A5CE-1247-5FFA-024B-4E18D82B9A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0245" y="5139135"/>
            <a:ext cx="3274716" cy="16249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>
            <a:extLst>
              <a:ext uri="{FF2B5EF4-FFF2-40B4-BE49-F238E27FC236}">
                <a16:creationId xmlns:a16="http://schemas.microsoft.com/office/drawing/2014/main" id="{EE4F2D94-8157-3E90-2BA7-491D334342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8641" y="605564"/>
            <a:ext cx="3274717" cy="1967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>
            <a:extLst>
              <a:ext uri="{FF2B5EF4-FFF2-40B4-BE49-F238E27FC236}">
                <a16:creationId xmlns:a16="http://schemas.microsoft.com/office/drawing/2014/main" id="{98DA4482-5E9C-76B3-560F-5CE9210B24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8643" y="2573127"/>
            <a:ext cx="3274715" cy="25660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4" name="Picture 12">
            <a:extLst>
              <a:ext uri="{FF2B5EF4-FFF2-40B4-BE49-F238E27FC236}">
                <a16:creationId xmlns:a16="http://schemas.microsoft.com/office/drawing/2014/main" id="{A4DD0241-0D9E-C13E-6050-65EC0DCEDE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8641" y="5139136"/>
            <a:ext cx="3274715" cy="1624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6" name="Picture 14">
            <a:extLst>
              <a:ext uri="{FF2B5EF4-FFF2-40B4-BE49-F238E27FC236}">
                <a16:creationId xmlns:a16="http://schemas.microsoft.com/office/drawing/2014/main" id="{9E9C803C-B76F-9A6F-30A5-6005C51340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380" y="605564"/>
            <a:ext cx="3274717" cy="1967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8" name="Picture 16">
            <a:extLst>
              <a:ext uri="{FF2B5EF4-FFF2-40B4-BE49-F238E27FC236}">
                <a16:creationId xmlns:a16="http://schemas.microsoft.com/office/drawing/2014/main" id="{16068D0A-DF01-366D-E7C6-461A04B8EC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381" y="2573127"/>
            <a:ext cx="3274716" cy="26009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0" name="Picture 18">
            <a:extLst>
              <a:ext uri="{FF2B5EF4-FFF2-40B4-BE49-F238E27FC236}">
                <a16:creationId xmlns:a16="http://schemas.microsoft.com/office/drawing/2014/main" id="{252689A6-48EB-ABDB-C655-98B5474C6C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379" y="5139135"/>
            <a:ext cx="3274715" cy="1624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926764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188EEB-025B-4698-BD40-2C7529BE23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095724B-100A-1CD4-F127-B431F27F3EF7}"/>
              </a:ext>
            </a:extLst>
          </p:cNvPr>
          <p:cNvSpPr txBox="1"/>
          <p:nvPr/>
        </p:nvSpPr>
        <p:spPr>
          <a:xfrm>
            <a:off x="9664784" y="93870"/>
            <a:ext cx="7056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OOD</a:t>
            </a:r>
            <a:endParaRPr kumimoji="1"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54A2E5-10C2-6607-B2FE-E93758D24A09}"/>
              </a:ext>
            </a:extLst>
          </p:cNvPr>
          <p:cNvSpPr txBox="1"/>
          <p:nvPr/>
        </p:nvSpPr>
        <p:spPr>
          <a:xfrm>
            <a:off x="5743179" y="9387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랜덤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BB8935-FC18-51B2-E4A7-287B861FB26D}"/>
              </a:ext>
            </a:extLst>
          </p:cNvPr>
          <p:cNvSpPr txBox="1"/>
          <p:nvPr/>
        </p:nvSpPr>
        <p:spPr>
          <a:xfrm>
            <a:off x="1821574" y="9387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기본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BB3E4B-6AA3-FF67-A2ED-5354DB129DB8}"/>
              </a:ext>
            </a:extLst>
          </p:cNvPr>
          <p:cNvSpPr txBox="1"/>
          <p:nvPr/>
        </p:nvSpPr>
        <p:spPr>
          <a:xfrm>
            <a:off x="0" y="-44630"/>
            <a:ext cx="9444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200" dirty="0"/>
              <a:t>모델</a:t>
            </a:r>
            <a:r>
              <a:rPr kumimoji="1" lang="en-US" altLang="ko-KR" sz="1200" dirty="0"/>
              <a:t>:</a:t>
            </a:r>
            <a:r>
              <a:rPr kumimoji="1" lang="ko-KR" altLang="en-US" sz="1200" dirty="0"/>
              <a:t> </a:t>
            </a:r>
            <a:r>
              <a:rPr lang="en" altLang="ko-KR" sz="1200" dirty="0"/>
              <a:t>Phi-4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0CA44BEF-1909-E6A7-820B-6404C40A3A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0245" y="605565"/>
            <a:ext cx="3274716" cy="1967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>
            <a:extLst>
              <a:ext uri="{FF2B5EF4-FFF2-40B4-BE49-F238E27FC236}">
                <a16:creationId xmlns:a16="http://schemas.microsoft.com/office/drawing/2014/main" id="{66889771-5AF4-051E-F7FB-F01FF4318C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0244" y="2573127"/>
            <a:ext cx="3274715" cy="25660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>
            <a:extLst>
              <a:ext uri="{FF2B5EF4-FFF2-40B4-BE49-F238E27FC236}">
                <a16:creationId xmlns:a16="http://schemas.microsoft.com/office/drawing/2014/main" id="{554E2B66-1C40-CDC4-E056-D5A7610107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0244" y="5139135"/>
            <a:ext cx="3274715" cy="1624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8" name="Picture 8">
            <a:extLst>
              <a:ext uri="{FF2B5EF4-FFF2-40B4-BE49-F238E27FC236}">
                <a16:creationId xmlns:a16="http://schemas.microsoft.com/office/drawing/2014/main" id="{2AFD8A28-B50C-7508-98EE-B91153A435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8642" y="605565"/>
            <a:ext cx="3274716" cy="1967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0" name="Picture 10">
            <a:extLst>
              <a:ext uri="{FF2B5EF4-FFF2-40B4-BE49-F238E27FC236}">
                <a16:creationId xmlns:a16="http://schemas.microsoft.com/office/drawing/2014/main" id="{74796ACA-10C2-C985-81A7-1B49CE439C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8644" y="2573127"/>
            <a:ext cx="3274714" cy="25660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2" name="Picture 12">
            <a:extLst>
              <a:ext uri="{FF2B5EF4-FFF2-40B4-BE49-F238E27FC236}">
                <a16:creationId xmlns:a16="http://schemas.microsoft.com/office/drawing/2014/main" id="{5BE54567-B009-773F-60A4-6A2C5CA6C2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8645" y="5139135"/>
            <a:ext cx="3274713" cy="16249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4" name="Picture 14">
            <a:extLst>
              <a:ext uri="{FF2B5EF4-FFF2-40B4-BE49-F238E27FC236}">
                <a16:creationId xmlns:a16="http://schemas.microsoft.com/office/drawing/2014/main" id="{2C8A600A-2279-1BB6-BDFD-11AE9AFFEB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381" y="605565"/>
            <a:ext cx="3274716" cy="1967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6" name="Picture 16">
            <a:extLst>
              <a:ext uri="{FF2B5EF4-FFF2-40B4-BE49-F238E27FC236}">
                <a16:creationId xmlns:a16="http://schemas.microsoft.com/office/drawing/2014/main" id="{B0BBE30D-809F-1E0F-AEA9-743BA7F9CE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381" y="2573128"/>
            <a:ext cx="3274713" cy="26009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8" name="Picture 18">
            <a:extLst>
              <a:ext uri="{FF2B5EF4-FFF2-40B4-BE49-F238E27FC236}">
                <a16:creationId xmlns:a16="http://schemas.microsoft.com/office/drawing/2014/main" id="{11102451-CDB3-BC03-5807-16286955EC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381" y="5139135"/>
            <a:ext cx="3274713" cy="16249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47195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DFF1FE-C29C-4695-B3FD-571EF8E33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B97F168-A2A7-095D-3346-73473B7E29A4}"/>
              </a:ext>
            </a:extLst>
          </p:cNvPr>
          <p:cNvSpPr txBox="1"/>
          <p:nvPr/>
        </p:nvSpPr>
        <p:spPr>
          <a:xfrm>
            <a:off x="9664784" y="93870"/>
            <a:ext cx="7056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OOD</a:t>
            </a:r>
            <a:endParaRPr kumimoji="1"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CDE46E-E1B0-5A49-DA5D-9C42B0C837D3}"/>
              </a:ext>
            </a:extLst>
          </p:cNvPr>
          <p:cNvSpPr txBox="1"/>
          <p:nvPr/>
        </p:nvSpPr>
        <p:spPr>
          <a:xfrm>
            <a:off x="5743179" y="9387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랜덤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66170E-3518-8007-9389-DF61DF3255E1}"/>
              </a:ext>
            </a:extLst>
          </p:cNvPr>
          <p:cNvSpPr txBox="1"/>
          <p:nvPr/>
        </p:nvSpPr>
        <p:spPr>
          <a:xfrm>
            <a:off x="1821574" y="9387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기본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FC391A-63B2-CC70-AE18-71D0BCD76D36}"/>
              </a:ext>
            </a:extLst>
          </p:cNvPr>
          <p:cNvSpPr txBox="1"/>
          <p:nvPr/>
        </p:nvSpPr>
        <p:spPr>
          <a:xfrm>
            <a:off x="0" y="-44630"/>
            <a:ext cx="27899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200" dirty="0"/>
              <a:t>모델</a:t>
            </a:r>
            <a:r>
              <a:rPr kumimoji="1" lang="en-US" altLang="ko-KR" sz="1200" dirty="0"/>
              <a:t>:</a:t>
            </a:r>
            <a:r>
              <a:rPr kumimoji="1" lang="ko-KR" altLang="en-US" sz="1200" dirty="0"/>
              <a:t> </a:t>
            </a:r>
            <a:r>
              <a:rPr lang="en" altLang="ko-KR" sz="1200" dirty="0"/>
              <a:t>Mistral-Small-24B-Instruct-2501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B3FF3C68-176C-E013-3B88-5AA39F33E2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0244" y="607512"/>
            <a:ext cx="3271474" cy="19656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>
            <a:extLst>
              <a:ext uri="{FF2B5EF4-FFF2-40B4-BE49-F238E27FC236}">
                <a16:creationId xmlns:a16="http://schemas.microsoft.com/office/drawing/2014/main" id="{D7D486D3-9FA6-D0E3-45B9-32C87EA320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0245" y="2573127"/>
            <a:ext cx="3271474" cy="25634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4" name="Picture 6">
            <a:extLst>
              <a:ext uri="{FF2B5EF4-FFF2-40B4-BE49-F238E27FC236}">
                <a16:creationId xmlns:a16="http://schemas.microsoft.com/office/drawing/2014/main" id="{997CE273-856D-2F01-31FC-6B22F57BBB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0244" y="5136595"/>
            <a:ext cx="3271474" cy="1623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6" name="Picture 8">
            <a:extLst>
              <a:ext uri="{FF2B5EF4-FFF2-40B4-BE49-F238E27FC236}">
                <a16:creationId xmlns:a16="http://schemas.microsoft.com/office/drawing/2014/main" id="{04D1F751-C1D6-BC02-C5D4-BE3659CD81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0263" y="607511"/>
            <a:ext cx="3271474" cy="19656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8" name="Picture 10">
            <a:extLst>
              <a:ext uri="{FF2B5EF4-FFF2-40B4-BE49-F238E27FC236}">
                <a16:creationId xmlns:a16="http://schemas.microsoft.com/office/drawing/2014/main" id="{F66E3E77-2848-C7D0-3E25-2F86676D19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0262" y="2573126"/>
            <a:ext cx="3271474" cy="25634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82" name="Picture 14">
            <a:extLst>
              <a:ext uri="{FF2B5EF4-FFF2-40B4-BE49-F238E27FC236}">
                <a16:creationId xmlns:a16="http://schemas.microsoft.com/office/drawing/2014/main" id="{4F63B22A-7014-FF33-AEF7-AD22D57182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0263" y="5138043"/>
            <a:ext cx="3271474" cy="1623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84" name="Picture 16">
            <a:extLst>
              <a:ext uri="{FF2B5EF4-FFF2-40B4-BE49-F238E27FC236}">
                <a16:creationId xmlns:a16="http://schemas.microsoft.com/office/drawing/2014/main" id="{8EFE6976-F4FE-01B9-EC00-D029B1BD9A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001" y="607511"/>
            <a:ext cx="3271475" cy="19656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86" name="Picture 18">
            <a:extLst>
              <a:ext uri="{FF2B5EF4-FFF2-40B4-BE49-F238E27FC236}">
                <a16:creationId xmlns:a16="http://schemas.microsoft.com/office/drawing/2014/main" id="{0BE92B3C-7EFE-AD07-7799-72EE0EF942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001" y="2573126"/>
            <a:ext cx="3271474" cy="25983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88" name="Picture 20">
            <a:extLst>
              <a:ext uri="{FF2B5EF4-FFF2-40B4-BE49-F238E27FC236}">
                <a16:creationId xmlns:a16="http://schemas.microsoft.com/office/drawing/2014/main" id="{C681D8F2-DB63-BAAD-6621-300B0AFBA9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000" y="5136596"/>
            <a:ext cx="3271473" cy="1623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89671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24</Words>
  <Application>Microsoft Macintosh PowerPoint</Application>
  <PresentationFormat>와이드스크린</PresentationFormat>
  <Paragraphs>16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박성진</dc:creator>
  <cp:lastModifiedBy>박성진</cp:lastModifiedBy>
  <cp:revision>1</cp:revision>
  <dcterms:created xsi:type="dcterms:W3CDTF">2025-02-25T09:43:59Z</dcterms:created>
  <dcterms:modified xsi:type="dcterms:W3CDTF">2025-02-25T09:58:31Z</dcterms:modified>
</cp:coreProperties>
</file>